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Inter"/>
      <p:regular r:id="rId14"/>
    </p:embeddedFont>
    <p:embeddedFont>
      <p:font typeface="Inter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3670" y="2717125"/>
            <a:ext cx="73430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Literacy Awareness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795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Skills for College Students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975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by: Vaibhav 25BCE10685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13254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5140166"/>
            <a:ext cx="347663" cy="3476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0040" y="5115639"/>
            <a:ext cx="307776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vaibhav jaiswal X D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03997" y="1296829"/>
            <a:ext cx="78222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Digital Literacy Matters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345769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3790" y="3196233"/>
            <a:ext cx="29564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 Excellence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93790" y="368665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research skills, navigate online learning platforms, and collaborate effectively on projects.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2345769"/>
            <a:ext cx="566976" cy="566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56884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Career Readiness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456884" y="368665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essential digital tools and communication skills highly valued in today's job market.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4866084"/>
            <a:ext cx="566976" cy="5669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3790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Citizenship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93790" y="6206966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information critically, protect your online identity, and engage responsibly in digital communities.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6884" y="4866084"/>
            <a:ext cx="566976" cy="5669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56884" y="5716548"/>
            <a:ext cx="34742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Innovation &amp; Adaptability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7456884" y="6206966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Embrace new technologies and adapt to evolving digital landscapes for continuous growth.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7372" y="1127403"/>
            <a:ext cx="7155537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Common Digital Mistakes to Avoid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384221" y="1925122"/>
            <a:ext cx="11861840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Navigating the online world requires vigilance. Here are key pitfalls college students often encounter and how to steer clear of them.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4221" y="2313384"/>
            <a:ext cx="429697" cy="4296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4221" y="2905839"/>
            <a:ext cx="2148840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Weak Passwords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384221" y="3252549"/>
            <a:ext cx="5849541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reuse simple passwords. Use strong, unique combinations and enable multi-factor authentication for added security.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6520" y="2313384"/>
            <a:ext cx="429697" cy="4296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96520" y="2905839"/>
            <a:ext cx="2148840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Suspicious Links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396520" y="3252549"/>
            <a:ext cx="5849541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before you click. Verify senders and hover over links to check their destination before opening them.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4221" y="3996452"/>
            <a:ext cx="429697" cy="4296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84221" y="4588907"/>
            <a:ext cx="2148840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Oversharing Info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384221" y="4935617"/>
            <a:ext cx="5849541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mindful of your digital footprint. Limit sharing personal details, locations, and sensitive information online.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96520" y="3996452"/>
            <a:ext cx="429697" cy="4296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96520" y="4588907"/>
            <a:ext cx="2148840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Ignoring Updates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396520" y="4935617"/>
            <a:ext cx="5849541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your software, apps, and operating systems up-to-date. Updates often include critical security patches.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84221" y="5679519"/>
            <a:ext cx="429697" cy="42969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84221" y="6271974"/>
            <a:ext cx="2984183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Unprofessional Social Media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1384221" y="6618684"/>
            <a:ext cx="5849541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online presence matters. Maintain professionalism as potential employers often check social media profiles.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96520" y="5679519"/>
            <a:ext cx="429697" cy="42969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396520" y="6271974"/>
            <a:ext cx="2148840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Phishing Scams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7396520" y="6618684"/>
            <a:ext cx="5849541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Beware of emails or messages asking for personal data. Legitimate organizations won't ask for passwords via email.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899410" y="1252776"/>
            <a:ext cx="8831580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Building Your Professional Online Presence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518523" y="1964412"/>
            <a:ext cx="11593354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Cultivate a strong digital identity crucial for academic and career success.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8523" y="2338149"/>
            <a:ext cx="419933" cy="4199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18523" y="2913578"/>
            <a:ext cx="210014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LinkedIn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518523" y="3250763"/>
            <a:ext cx="5718929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comprehensive profile showcasing skills, experiences, and academic achievements. Connect with peers and professionals.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2948" y="2338149"/>
            <a:ext cx="419933" cy="4199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92948" y="2913578"/>
            <a:ext cx="263580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 Social Media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7392948" y="3250763"/>
            <a:ext cx="5718929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all public social media accounts reflect a positive and appropriate image. Review privacy settings regularly.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8523" y="3967282"/>
            <a:ext cx="419933" cy="4199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18523" y="4542711"/>
            <a:ext cx="2580799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Showcase Achievements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518523" y="4879896"/>
            <a:ext cx="5718929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relevant accomplishments, projects, and volunteer work. Let your digital presence tell your success story.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92948" y="3967282"/>
            <a:ext cx="419933" cy="4199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92948" y="4542711"/>
            <a:ext cx="210014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Consistent Identity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7392948" y="4879896"/>
            <a:ext cx="5718929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your real name across professional platforms to build recognition and credibility. Maintain a unified personal brand.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8523" y="5596414"/>
            <a:ext cx="419933" cy="41993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518523" y="6171843"/>
            <a:ext cx="2444234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Respectful Engagement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1518523" y="6509028"/>
            <a:ext cx="5718929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 constructively and politely in online discussions. Your digital interactions contribute to your professional reputation.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867388" y="1008578"/>
            <a:ext cx="6895505" cy="507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 for Digital Success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1710690" y="1690568"/>
            <a:ext cx="11209020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Mastering digital literacy is crucial for navigating college and beyond. Embrace these core principles to thrive.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710690" y="2287905"/>
            <a:ext cx="5546288" cy="1360765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710690" y="2265045"/>
            <a:ext cx="5546288" cy="91440"/>
          </a:xfrm>
          <a:prstGeom prst="roundRect">
            <a:avLst>
              <a:gd name="adj" fmla="val 74616"/>
            </a:avLst>
          </a:prstGeom>
          <a:solidFill>
            <a:srgbClr val="C7B2DE"/>
          </a:solidFill>
          <a:ln/>
        </p:spPr>
      </p:sp>
      <p:sp>
        <p:nvSpPr>
          <p:cNvPr id="8" name="Shape 5"/>
          <p:cNvSpPr/>
          <p:nvPr/>
        </p:nvSpPr>
        <p:spPr>
          <a:xfrm>
            <a:off x="4240113" y="2044303"/>
            <a:ext cx="487323" cy="487323"/>
          </a:xfrm>
          <a:prstGeom prst="roundRect">
            <a:avLst>
              <a:gd name="adj" fmla="val 187637"/>
            </a:avLst>
          </a:prstGeom>
          <a:solidFill>
            <a:srgbClr val="C7B2D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6322" y="2190393"/>
            <a:ext cx="194905" cy="1949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95951" y="2694027"/>
            <a:ext cx="2341483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Foundation for Success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895951" y="3017639"/>
            <a:ext cx="517576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literacy is the bedrock for academic achievement and career advancement in today's interconnected world.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73302" y="2287905"/>
            <a:ext cx="5546408" cy="1360765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7373302" y="2265045"/>
            <a:ext cx="5546408" cy="91440"/>
          </a:xfrm>
          <a:prstGeom prst="roundRect">
            <a:avLst>
              <a:gd name="adj" fmla="val 74616"/>
            </a:avLst>
          </a:prstGeom>
          <a:solidFill>
            <a:srgbClr val="C7B2DE"/>
          </a:solidFill>
          <a:ln/>
        </p:spPr>
      </p:sp>
      <p:sp>
        <p:nvSpPr>
          <p:cNvPr id="14" name="Shape 10"/>
          <p:cNvSpPr/>
          <p:nvPr/>
        </p:nvSpPr>
        <p:spPr>
          <a:xfrm>
            <a:off x="9902845" y="2044303"/>
            <a:ext cx="487323" cy="487323"/>
          </a:xfrm>
          <a:prstGeom prst="roundRect">
            <a:avLst>
              <a:gd name="adj" fmla="val 187637"/>
            </a:avLst>
          </a:prstGeom>
          <a:solidFill>
            <a:srgbClr val="C7B2D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9054" y="2190393"/>
            <a:ext cx="194905" cy="1949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58564" y="2694027"/>
            <a:ext cx="203061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Prioritize Security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558564" y="3017639"/>
            <a:ext cx="517588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your digital self with strong passwords, cautious online habits, and proactive software maintenance.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1710690" y="4008596"/>
            <a:ext cx="5546288" cy="1360765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1710690" y="3985736"/>
            <a:ext cx="5546288" cy="91440"/>
          </a:xfrm>
          <a:prstGeom prst="roundRect">
            <a:avLst>
              <a:gd name="adj" fmla="val 74616"/>
            </a:avLst>
          </a:prstGeom>
          <a:solidFill>
            <a:srgbClr val="C7B2DE"/>
          </a:solidFill>
          <a:ln/>
        </p:spPr>
      </p:sp>
      <p:sp>
        <p:nvSpPr>
          <p:cNvPr id="20" name="Shape 15"/>
          <p:cNvSpPr/>
          <p:nvPr/>
        </p:nvSpPr>
        <p:spPr>
          <a:xfrm>
            <a:off x="4240113" y="3764994"/>
            <a:ext cx="487323" cy="487323"/>
          </a:xfrm>
          <a:prstGeom prst="roundRect">
            <a:avLst>
              <a:gd name="adj" fmla="val 187637"/>
            </a:avLst>
          </a:prstGeom>
          <a:solidFill>
            <a:srgbClr val="C7B2D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6322" y="3911084"/>
            <a:ext cx="194905" cy="1949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95951" y="4414718"/>
            <a:ext cx="2441138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Leverage Powerful Tools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895951" y="4738330"/>
            <a:ext cx="517576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productivity software, online collaboration platforms, and research databases effectively for your studies.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373302" y="4008596"/>
            <a:ext cx="5546408" cy="1360765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7373302" y="3985736"/>
            <a:ext cx="5546408" cy="91440"/>
          </a:xfrm>
          <a:prstGeom prst="roundRect">
            <a:avLst>
              <a:gd name="adj" fmla="val 74616"/>
            </a:avLst>
          </a:prstGeom>
          <a:solidFill>
            <a:srgbClr val="C7B2DE"/>
          </a:solidFill>
          <a:ln/>
        </p:spPr>
      </p:sp>
      <p:sp>
        <p:nvSpPr>
          <p:cNvPr id="26" name="Shape 20"/>
          <p:cNvSpPr/>
          <p:nvPr/>
        </p:nvSpPr>
        <p:spPr>
          <a:xfrm>
            <a:off x="9902845" y="3764994"/>
            <a:ext cx="487323" cy="487323"/>
          </a:xfrm>
          <a:prstGeom prst="roundRect">
            <a:avLst>
              <a:gd name="adj" fmla="val 187637"/>
            </a:avLst>
          </a:prstGeom>
          <a:solidFill>
            <a:srgbClr val="C7B2D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49054" y="3911084"/>
            <a:ext cx="194905" cy="19490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58564" y="4414718"/>
            <a:ext cx="2324219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Craft Your Online Brand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7558564" y="4738330"/>
            <a:ext cx="517588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Cultivate a professional and positive digital footprint across all your online interactions and public profiles.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1710690" y="5729288"/>
            <a:ext cx="11209020" cy="1137880"/>
          </a:xfrm>
          <a:prstGeom prst="roundRect">
            <a:avLst>
              <a:gd name="adj" fmla="val 9643"/>
            </a:avLst>
          </a:prstGeom>
          <a:solidFill>
            <a:srgbClr val="FFFFFF"/>
          </a:solidFill>
          <a:ln/>
        </p:spPr>
      </p:sp>
      <p:sp>
        <p:nvSpPr>
          <p:cNvPr id="31" name="Shape 24"/>
          <p:cNvSpPr/>
          <p:nvPr/>
        </p:nvSpPr>
        <p:spPr>
          <a:xfrm>
            <a:off x="1710690" y="5706427"/>
            <a:ext cx="11209020" cy="91440"/>
          </a:xfrm>
          <a:prstGeom prst="roundRect">
            <a:avLst>
              <a:gd name="adj" fmla="val 74616"/>
            </a:avLst>
          </a:prstGeom>
          <a:solidFill>
            <a:srgbClr val="C7B2DE"/>
          </a:solidFill>
          <a:ln/>
        </p:spPr>
      </p:sp>
      <p:sp>
        <p:nvSpPr>
          <p:cNvPr id="32" name="Shape 25"/>
          <p:cNvSpPr/>
          <p:nvPr/>
        </p:nvSpPr>
        <p:spPr>
          <a:xfrm>
            <a:off x="7071539" y="5485686"/>
            <a:ext cx="487323" cy="487323"/>
          </a:xfrm>
          <a:prstGeom prst="roundRect">
            <a:avLst>
              <a:gd name="adj" fmla="val 187637"/>
            </a:avLst>
          </a:prstGeom>
          <a:solidFill>
            <a:srgbClr val="C7B2D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17747" y="5631775"/>
            <a:ext cx="194905" cy="19490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895951" y="6135410"/>
            <a:ext cx="2070378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Learning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1895951" y="6459022"/>
            <a:ext cx="10838498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curious, adapt to new technologies, and critically evaluate information to remain relevant and informed.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1710690" y="6998018"/>
            <a:ext cx="11209020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Embrace these principles, and you'll be well-equipped to excel in your academic journey and future career!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2393" y="1166217"/>
            <a:ext cx="6825496" cy="503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Essential Digital Tools for Students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58553" y="1898213"/>
            <a:ext cx="1111317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Harnessing the power of these digital platforms can significantly enhance your academic journey and prepare you for future career success.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58553" y="2247067"/>
            <a:ext cx="402550" cy="402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8553" y="2792492"/>
            <a:ext cx="201322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Drive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758553" y="3112651"/>
            <a:ext cx="5485090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storage &amp; collaboration. Keep all your academic files organized and accessible from any device, facilitating group project work.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6518" y="2247067"/>
            <a:ext cx="402550" cy="4025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86518" y="2792492"/>
            <a:ext cx="201322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386518" y="3112651"/>
            <a:ext cx="5485209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for code. Manage your coding projects, collaborate seamlessly with peers, and showcase your development portfolio.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8553" y="3781901"/>
            <a:ext cx="402550" cy="4025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58553" y="4327327"/>
            <a:ext cx="201322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LinkedIn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758553" y="4647486"/>
            <a:ext cx="5485090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networking platform. Build your professional brand, connect with industry leaders, and discover internship opportunities.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6518" y="3781901"/>
            <a:ext cx="402550" cy="4025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86518" y="4327327"/>
            <a:ext cx="201322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Docs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386518" y="4647486"/>
            <a:ext cx="5485209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word processor. Collaborate on reports, essays, and presentations in real-time, with automatic saving and easy sharing features.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58553" y="5537002"/>
            <a:ext cx="402550" cy="4025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58553" y="6082427"/>
            <a:ext cx="201322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Canva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1758553" y="6402586"/>
            <a:ext cx="5485090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Simplified graphic design. Create visually stunning presentations, posters, and social media graphics for academic projects without design experience.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073" y="998101"/>
            <a:ext cx="7312581" cy="69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Getting Started: First Steps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073" y="2118479"/>
            <a:ext cx="552212" cy="552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3073" y="2939534"/>
            <a:ext cx="341256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Strong Passwords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73073" y="3413641"/>
            <a:ext cx="4182189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unique, complex passwords for all your accounts and utilize a trusted password manager.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4105" y="2118479"/>
            <a:ext cx="552212" cy="5522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4105" y="293953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 Up 2FA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24105" y="3413641"/>
            <a:ext cx="4182189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 essential layer of security to your online accounts with two-factor authentication (2FA).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5138" y="2118479"/>
            <a:ext cx="552212" cy="5522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5138" y="2939534"/>
            <a:ext cx="3528417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Explore Productivity Tools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675138" y="3413641"/>
            <a:ext cx="4182189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Familiarize yourself with cloud storage, project management, and collaborative software to boost efficiency.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3073" y="4890016"/>
            <a:ext cx="552212" cy="5522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3073" y="5711071"/>
            <a:ext cx="3523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Your LinkedIn Profile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73073" y="6185178"/>
            <a:ext cx="4182189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 a professional online presence on platforms like LinkedIn to connect with peers and opportunities.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24105" y="4890016"/>
            <a:ext cx="552212" cy="5522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24105" y="5711071"/>
            <a:ext cx="3602474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 Online Privacy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5224105" y="6185178"/>
            <a:ext cx="4182189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to manage your privacy settings, understand data sharing, and control your digital footprint effectively.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2026-03-31T16:32:00Z</dcterms:created>
  <dcterms:modified xsi:type="dcterms:W3CDTF">2026-03-31T16:32:00Z</dcterms:modified>
</cp:coreProperties>
</file>